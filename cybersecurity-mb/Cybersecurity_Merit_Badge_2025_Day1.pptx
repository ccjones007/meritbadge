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647"/>
    <p:restoredTop sz="94694"/>
  </p:normalViewPr>
  <p:slideViewPr>
    <p:cSldViewPr snapToGrid="0">
      <p:cViewPr varScale="1">
        <p:scale>
          <a:sx n="104" d="100"/>
          <a:sy n="104" d="100"/>
        </p:scale>
        <p:origin x="232" y="5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435B62-0C27-1C7A-44C7-3822B5196D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CC5EC9C-6113-F3F7-D75C-D637E2B73B2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DC3181-F659-8B7D-B4A6-AF09C64D11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C1E51F-F4BD-574C-A8F1-ACA5B7CF62F6}" type="datetimeFigureOut">
              <a:rPr lang="en-US" smtClean="0"/>
              <a:t>11/15/25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898247-B7B6-132F-2CF6-1B58ADD350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DD4B19-C6DF-2693-90E1-27E34E8723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E516D3-DA8D-4D47-BFC5-4C31901008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4314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98C971-D1E1-FFFB-FFE8-875AB8337F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EFA835-BD16-96EC-B3AF-2A8AFC104B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FC1167-AF26-C6EE-95D2-4516B94EB9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C1E51F-F4BD-574C-A8F1-ACA5B7CF62F6}" type="datetimeFigureOut">
              <a:rPr lang="en-US" smtClean="0"/>
              <a:t>11/15/25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C4AA61-86AB-CCD1-E0E4-2F4FE7E35B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F42A7B-8B57-591F-F445-E83C33632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E516D3-DA8D-4D47-BFC5-4C31901008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55330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1D4654-E22C-70E7-1934-B3E50BC7B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9E91BF-4803-6241-FAED-0E185926BD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C32C40-BB80-D83C-3C7E-EC415FBE53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C1E51F-F4BD-574C-A8F1-ACA5B7CF62F6}" type="datetimeFigureOut">
              <a:rPr lang="en-US" smtClean="0"/>
              <a:t>11/15/25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FAEA03-6D4C-EDAF-F7C4-E8AC77C7BE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E3F482-F508-7AA5-8321-95E7415356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E516D3-DA8D-4D47-BFC5-4C31901008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45998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D8319B-FEF5-6ADF-0AEA-4023170BD3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7F3082-64B9-C336-1398-C9A6C5112F4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C06B298-6E8A-764F-D55B-18FEE94347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7EFDF24-71F5-0459-F4E1-D099A2A5CB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C1E51F-F4BD-574C-A8F1-ACA5B7CF62F6}" type="datetimeFigureOut">
              <a:rPr lang="en-US" smtClean="0"/>
              <a:t>11/15/25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7B079A-B212-D3A9-9CB7-BADE7DAC24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DF9950A-D611-50BE-032E-E4E38BB284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E516D3-DA8D-4D47-BFC5-4C31901008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26936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52F10D-2950-127C-B1D1-E0A7E7CF51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10122C-16DA-4466-7EB1-1C792E4E84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F402D4F-2749-07D8-5A31-264F4A6D35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65EC62A-BA39-CC6A-96A8-43E62D1BC36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884A036-6FC2-7660-5F1A-F727C63247B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3E3564F-CA3C-F03A-BC5D-B3B3F9320E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C1E51F-F4BD-574C-A8F1-ACA5B7CF62F6}" type="datetimeFigureOut">
              <a:rPr lang="en-US" smtClean="0"/>
              <a:t>11/15/25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72F45A3-3748-FB99-894B-A708FE09CC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EC14793-1514-50AA-BEC4-06118FD770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E516D3-DA8D-4D47-BFC5-4C31901008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36658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0888C9-8E9F-4D8A-9ED4-FE9B748997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F066A98-AB25-3159-4954-5D3C354154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C1E51F-F4BD-574C-A8F1-ACA5B7CF62F6}" type="datetimeFigureOut">
              <a:rPr lang="en-US" smtClean="0"/>
              <a:t>11/15/25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3418B80-A653-DFE4-C62D-1AE1B7023D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634E40D-F2B3-2FF8-0B5F-F1902D17D9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E516D3-DA8D-4D47-BFC5-4C31901008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95987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D5A2C59-BECF-8267-6E1A-02AD140F4A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C1E51F-F4BD-574C-A8F1-ACA5B7CF62F6}" type="datetimeFigureOut">
              <a:rPr lang="en-US" smtClean="0"/>
              <a:t>11/15/25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065B002-D896-9A07-0088-9C59C60C9B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181F7A-39C7-889A-271F-345C7D2D5E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E516D3-DA8D-4D47-BFC5-4C31901008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38497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2A8F1-9BF9-D93A-BE42-AD0019341A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B88B43-8213-AACB-6C24-250A26D86B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69AC527-6B98-D287-5F55-39FEFD4A10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FDAF2D7-D6AA-B7C7-7077-D265EC6DFF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C1E51F-F4BD-574C-A8F1-ACA5B7CF62F6}" type="datetimeFigureOut">
              <a:rPr lang="en-US" smtClean="0"/>
              <a:t>11/15/25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0D06FB-5300-4597-CDA3-313E0B8A06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9D97CBB-BE8B-B37B-FD82-81FD5E9453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E516D3-DA8D-4D47-BFC5-4C31901008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02611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D3872E-D434-E5AE-F350-19EAE073B0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37D5760-C743-3D0B-58E7-744218DFFDF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D981789-DD6F-6DA5-1100-A7EC90B7B4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9BB14B-F89F-6606-1DF4-8E492AA30C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C1E51F-F4BD-574C-A8F1-ACA5B7CF62F6}" type="datetimeFigureOut">
              <a:rPr lang="en-US" smtClean="0"/>
              <a:t>11/15/25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427E95-47FC-7BD8-2F4B-42214DCFDC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994026-3A34-6D60-C64B-8E3F2DC863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E516D3-DA8D-4D47-BFC5-4C31901008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69407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B2B7D5-CDE7-B3D4-C3F4-3DC7DF42F9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0E81C6C-38D3-F038-216B-09EACF6E4E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C4850B-7093-82C2-AF2F-D9F286D09B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C1E51F-F4BD-574C-A8F1-ACA5B7CF62F6}" type="datetimeFigureOut">
              <a:rPr lang="en-US" smtClean="0"/>
              <a:t>11/15/25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20E08D-6019-BF86-18C9-8CDA6AF120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13D2FE-08CA-CDD7-E070-D843A59CF7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E516D3-DA8D-4D47-BFC5-4C31901008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25174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B4E9714-B2DF-CDA7-291E-DC2C7A0FFE8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6D95A0D-9715-23B3-711C-119252604A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FA6B61-19DD-743C-DD3B-FD9082470D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C1E51F-F4BD-574C-A8F1-ACA5B7CF62F6}" type="datetimeFigureOut">
              <a:rPr lang="en-US" smtClean="0"/>
              <a:t>11/15/25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3B5BEC-5089-A5F9-DBB1-5480F486FA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45BC17-31BB-8177-B780-8744BD8020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E516D3-DA8D-4D47-BFC5-4C31901008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68743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3000">
              <a:schemeClr val="accent3"/>
            </a:gs>
            <a:gs pos="24000">
              <a:schemeClr val="accent1">
                <a:lumMod val="45000"/>
                <a:lumOff val="55000"/>
              </a:schemeClr>
            </a:gs>
            <a:gs pos="39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B8C5343-30BE-AAF5-B94C-61E08AA6DE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FB97D9-3AC6-0E06-61F8-3BFA144F68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67128F-65B5-8449-7452-F741517726A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AC1E51F-F4BD-574C-A8F1-ACA5B7CF62F6}" type="datetimeFigureOut">
              <a:rPr lang="en-US" smtClean="0"/>
              <a:t>11/15/25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3C561B-79AA-B524-7C3E-B91669E1B88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0AB7D0-BB57-F306-72C9-DFB39304EC8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AE516D3-DA8D-4D47-BFC5-4C31901008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09195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ccjones007/meritbadge" TargetMode="External"/><Relationship Id="rId2" Type="http://schemas.openxmlformats.org/officeDocument/2006/relationships/hyperlink" Target="mailto:chriscjones@pm.me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hyperlink" Target="https://www.youtube.com/watch?v=F7-H1U7T4y0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3000">
              <a:schemeClr val="tx1"/>
            </a:gs>
            <a:gs pos="18000">
              <a:schemeClr val="accent1">
                <a:lumMod val="20000"/>
                <a:lumOff val="80000"/>
              </a:schemeClr>
            </a:gs>
            <a:gs pos="94000">
              <a:schemeClr val="accent1">
                <a:lumMod val="45000"/>
                <a:lumOff val="55000"/>
              </a:schemeClr>
            </a:gs>
            <a:gs pos="100000">
              <a:schemeClr val="tx1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EA3CBE-5092-5695-1F61-BEFBB371DA4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Cybersecurity Merit Badge</a:t>
            </a:r>
            <a:br>
              <a:rPr lang="en-US" dirty="0"/>
            </a:br>
            <a:r>
              <a:rPr lang="en-US" dirty="0"/>
              <a:t>2025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465B5BA-2732-6C7C-F3BD-34702BCA883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“Shall we play a game?”</a:t>
            </a:r>
          </a:p>
        </p:txBody>
      </p:sp>
    </p:spTree>
    <p:extLst>
      <p:ext uri="{BB962C8B-B14F-4D97-AF65-F5344CB8AC3E}">
        <p14:creationId xmlns:p14="http://schemas.microsoft.com/office/powerpoint/2010/main" val="19807982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E64443-1061-F3AC-6060-3B6EBEE2F8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Instructor Info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DC0A53-49A1-FB91-BA8C-DBF2C7A305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Chris Jones</a:t>
            </a:r>
          </a:p>
          <a:p>
            <a:pPr lvl="1"/>
            <a:r>
              <a:rPr lang="en-US" dirty="0"/>
              <a:t>Merit Badge Counselor for Cybersecurity</a:t>
            </a:r>
          </a:p>
          <a:p>
            <a:pPr lvl="1"/>
            <a:r>
              <a:rPr lang="en-US" dirty="0"/>
              <a:t>Committee Chair, Pack 439 &amp; Troop 439</a:t>
            </a:r>
          </a:p>
          <a:p>
            <a:pPr lvl="1"/>
            <a:r>
              <a:rPr lang="en-US" dirty="0"/>
              <a:t>Contact Info:</a:t>
            </a:r>
          </a:p>
          <a:p>
            <a:pPr lvl="2"/>
            <a:r>
              <a:rPr lang="en-US" dirty="0"/>
              <a:t>Cell: 509-979-9721</a:t>
            </a:r>
          </a:p>
          <a:p>
            <a:pPr lvl="2"/>
            <a:r>
              <a:rPr lang="en-US" dirty="0"/>
              <a:t>Email: </a:t>
            </a:r>
            <a:r>
              <a:rPr lang="en-US" dirty="0">
                <a:hlinkClick r:id="rId2"/>
              </a:rPr>
              <a:t>chriscjones@pm.me</a:t>
            </a:r>
            <a:endParaRPr lang="en-US" dirty="0"/>
          </a:p>
          <a:p>
            <a:pPr lvl="1"/>
            <a:r>
              <a:rPr lang="en-US" dirty="0"/>
              <a:t>Class resources</a:t>
            </a:r>
          </a:p>
          <a:p>
            <a:pPr lvl="2"/>
            <a:r>
              <a:rPr lang="en-US" dirty="0">
                <a:hlinkClick r:id="rId3"/>
              </a:rPr>
              <a:t>https://github.com/ccjones007/meritbadge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98781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14773F-8C5E-CAA1-94CF-AC6762E074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Chris’ Career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5B4903-2CEB-BCC4-4529-CB90A4066B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48640" marR="0" lvl="0" indent="-421640" algn="l" rtl="0">
              <a:spcBef>
                <a:spcPts val="0"/>
              </a:spcBef>
              <a:spcAft>
                <a:spcPts val="0"/>
              </a:spcAft>
              <a:buClr>
                <a:srgbClr val="F9F9F9"/>
              </a:buClr>
              <a:buSzPts val="1820"/>
              <a:buFont typeface="Noto Sans Symbols"/>
              <a:buChar char="⬜"/>
            </a:pPr>
            <a:r>
              <a:rPr lang="en-US" sz="2400" b="0" i="0" u="none" strike="noStrike" cap="none" dirty="0">
                <a:ea typeface="Quattrocento"/>
                <a:cs typeface="Quattrocento"/>
                <a:sym typeface="Quattrocento"/>
              </a:rPr>
              <a:t>Master in Computer Science from WSU</a:t>
            </a:r>
            <a:endParaRPr lang="en-US" sz="2400" dirty="0"/>
          </a:p>
          <a:p>
            <a:pPr marL="548640" marR="0" lvl="0" indent="-421640" algn="l" rtl="0">
              <a:spcBef>
                <a:spcPts val="560"/>
              </a:spcBef>
              <a:spcAft>
                <a:spcPts val="0"/>
              </a:spcAft>
              <a:buClr>
                <a:srgbClr val="F9F9F9"/>
              </a:buClr>
              <a:buSzPts val="1820"/>
              <a:buFont typeface="Noto Sans Symbols"/>
              <a:buChar char="⬜"/>
            </a:pPr>
            <a:r>
              <a:rPr lang="en-US" sz="2400" b="0" i="0" u="none" strike="noStrike" cap="none" dirty="0">
                <a:ea typeface="Quattrocento"/>
                <a:cs typeface="Quattrocento"/>
                <a:sym typeface="Quattrocento"/>
              </a:rPr>
              <a:t>Started career as Research Scientist @ BBN Technologies</a:t>
            </a:r>
          </a:p>
          <a:p>
            <a:pPr marL="548640" marR="0" lvl="0" indent="-421640" algn="l" rtl="0">
              <a:spcBef>
                <a:spcPts val="560"/>
              </a:spcBef>
              <a:spcAft>
                <a:spcPts val="0"/>
              </a:spcAft>
              <a:buClr>
                <a:srgbClr val="F9F9F9"/>
              </a:buClr>
              <a:buSzPts val="1820"/>
              <a:buFont typeface="Noto Sans Symbols"/>
              <a:buChar char="⬜"/>
            </a:pPr>
            <a:r>
              <a:rPr lang="en-US" sz="2400" b="0" i="0" u="none" strike="noStrike" cap="none" dirty="0">
                <a:ea typeface="Quattrocento"/>
                <a:cs typeface="Quattrocento"/>
                <a:sym typeface="Quattrocento"/>
              </a:rPr>
              <a:t>Became a backend/server developer </a:t>
            </a:r>
            <a:endParaRPr lang="en-US" sz="2400" dirty="0"/>
          </a:p>
          <a:p>
            <a:pPr marL="868680" marR="0" lvl="1" indent="-284480" algn="l" rtl="0"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1920"/>
              <a:buFont typeface="Noto Sans Symbols"/>
              <a:buChar char="◼"/>
            </a:pPr>
            <a:r>
              <a:rPr lang="en-US" sz="2000" b="0" i="0" u="none" strike="noStrike" cap="none" dirty="0">
                <a:ea typeface="Quattrocento"/>
                <a:cs typeface="Quattrocento"/>
                <a:sym typeface="Quattrocento"/>
              </a:rPr>
              <a:t>Worked at TriGeo Network Security for </a:t>
            </a:r>
            <a:r>
              <a:rPr lang="en-US" sz="2000" dirty="0"/>
              <a:t>7</a:t>
            </a:r>
            <a:r>
              <a:rPr lang="en-US" sz="2000" b="0" i="0" u="none" strike="noStrike" cap="none" dirty="0">
                <a:ea typeface="Quattrocento"/>
                <a:cs typeface="Quattrocento"/>
                <a:sym typeface="Quattrocento"/>
              </a:rPr>
              <a:t> years</a:t>
            </a:r>
            <a:endParaRPr lang="en-US" sz="2000" dirty="0"/>
          </a:p>
          <a:p>
            <a:pPr marL="868680" marR="0" lvl="1" indent="-284480" algn="l" rtl="0"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1920"/>
              <a:buFont typeface="Noto Sans Symbols"/>
              <a:buChar char="◼"/>
            </a:pPr>
            <a:r>
              <a:rPr lang="en-US" sz="2000" b="0" i="0" u="none" strike="noStrike" cap="none" dirty="0" err="1">
                <a:ea typeface="Quattrocento"/>
                <a:cs typeface="Quattrocento"/>
                <a:sym typeface="Quattrocento"/>
              </a:rPr>
              <a:t>Solarwinds</a:t>
            </a:r>
            <a:r>
              <a:rPr lang="en-US" sz="2000" b="0" i="0" u="none" strike="noStrike" cap="none" dirty="0">
                <a:ea typeface="Quattrocento"/>
                <a:cs typeface="Quattrocento"/>
                <a:sym typeface="Quattrocento"/>
              </a:rPr>
              <a:t> for 3 years</a:t>
            </a:r>
            <a:endParaRPr lang="en-US" sz="2000" dirty="0"/>
          </a:p>
          <a:p>
            <a:pPr marL="548640" marR="0" lvl="0" indent="-421640" algn="l" rtl="0">
              <a:spcBef>
                <a:spcPts val="560"/>
              </a:spcBef>
              <a:spcAft>
                <a:spcPts val="0"/>
              </a:spcAft>
              <a:buClr>
                <a:srgbClr val="F9F9F9"/>
              </a:buClr>
              <a:buSzPts val="1820"/>
              <a:buFont typeface="Noto Sans Symbols"/>
              <a:buChar char="⬜"/>
            </a:pPr>
            <a:r>
              <a:rPr lang="en-US" sz="2400" b="0" i="0" u="none" strike="noStrike" cap="none" dirty="0">
                <a:ea typeface="Quattrocento"/>
                <a:cs typeface="Quattrocento"/>
                <a:sym typeface="Quattrocento"/>
              </a:rPr>
              <a:t>Research-QA Engineer at Tenable Network Security</a:t>
            </a:r>
          </a:p>
          <a:p>
            <a:pPr marL="548640" marR="0" lvl="0" indent="-421640" algn="l" rtl="0">
              <a:spcBef>
                <a:spcPts val="560"/>
              </a:spcBef>
              <a:spcAft>
                <a:spcPts val="0"/>
              </a:spcAft>
              <a:buClr>
                <a:srgbClr val="F9F9F9"/>
              </a:buClr>
              <a:buSzPts val="1820"/>
              <a:buFont typeface="Noto Sans Symbols"/>
              <a:buChar char="⬜"/>
            </a:pPr>
            <a:r>
              <a:rPr lang="en-US" sz="2400" dirty="0"/>
              <a:t>Senior Software Engineer at Tenable Network Security</a:t>
            </a:r>
          </a:p>
          <a:p>
            <a:pPr marL="548640" marR="0" lvl="0" indent="-421640" algn="l" rtl="0">
              <a:spcBef>
                <a:spcPts val="560"/>
              </a:spcBef>
              <a:spcAft>
                <a:spcPts val="0"/>
              </a:spcAft>
              <a:buClr>
                <a:srgbClr val="F9F9F9"/>
              </a:buClr>
              <a:buSzPts val="1820"/>
              <a:buFont typeface="Noto Sans Symbols"/>
              <a:buChar char="⬜"/>
            </a:pPr>
            <a:r>
              <a:rPr lang="en-US" sz="2400" dirty="0"/>
              <a:t>Tech Lead/ Senior Software Engineer at J-Mack Technologies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41355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799DF9-1C08-E790-9D5C-4E3C6A4DD3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4400" i="0" u="none" strike="noStrike" cap="none" dirty="0">
                <a:ea typeface="Allerta"/>
                <a:cs typeface="Allerta"/>
                <a:sym typeface="Allerta"/>
              </a:rPr>
              <a:t>Chris’ First Computer</a:t>
            </a:r>
            <a:endParaRPr lang="en-US" dirty="0"/>
          </a:p>
        </p:txBody>
      </p:sp>
      <p:pic>
        <p:nvPicPr>
          <p:cNvPr id="5" name="Google Shape;113;p17">
            <a:extLst>
              <a:ext uri="{FF2B5EF4-FFF2-40B4-BE49-F238E27FC236}">
                <a16:creationId xmlns:a16="http://schemas.microsoft.com/office/drawing/2014/main" id="{34B06CED-6F86-E2F7-08F8-6FDD914FAD76}"/>
              </a:ext>
            </a:extLst>
          </p:cNvPr>
          <p:cNvPicPr preferRelativeResize="0">
            <a:picLocks noGrp="1"/>
          </p:cNvPicPr>
          <p:nvPr>
            <p:ph idx="1"/>
          </p:nvPr>
        </p:nvPicPr>
        <p:blipFill rotWithShape="1">
          <a:blip r:embed="rId2">
            <a:alphaModFix/>
          </a:blip>
          <a:srcRect/>
          <a:stretch/>
        </p:blipFill>
        <p:spPr>
          <a:xfrm>
            <a:off x="4018916" y="1825625"/>
            <a:ext cx="4154167" cy="435133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6119770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68EE3D-1155-BA14-EB4A-C861B31F17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Shall we play a game?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F56F1A-B26C-6642-79B1-80B147E821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ctr"/>
            <a:r>
              <a:rPr lang="en-US" dirty="0">
                <a:hlinkClick r:id="rId2"/>
              </a:rPr>
              <a:t>https://www.youtube.com/watch?v=F7-H1U7T4y0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 descr="A close-up of a list of words&#10;&#10;Description automatically generated">
            <a:extLst>
              <a:ext uri="{FF2B5EF4-FFF2-40B4-BE49-F238E27FC236}">
                <a16:creationId xmlns:a16="http://schemas.microsoft.com/office/drawing/2014/main" id="{6CAEF9E3-C383-123F-BEBF-D0FE85827F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57550" y="2778381"/>
            <a:ext cx="5626958" cy="34061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02534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BAAE6B-C421-27D7-24EB-09AA236816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B1849F-701C-86E3-F2E9-28449D58D9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90730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1437</TotalTime>
  <Words>133</Words>
  <Application>Microsoft Macintosh PowerPoint</Application>
  <PresentationFormat>Widescreen</PresentationFormat>
  <Paragraphs>23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4" baseType="lpstr">
      <vt:lpstr>Allerta</vt:lpstr>
      <vt:lpstr>Aptos</vt:lpstr>
      <vt:lpstr>Aptos Display</vt:lpstr>
      <vt:lpstr>Arial</vt:lpstr>
      <vt:lpstr>Courier New</vt:lpstr>
      <vt:lpstr>Noto Sans Symbols</vt:lpstr>
      <vt:lpstr>Quattrocento</vt:lpstr>
      <vt:lpstr>Office Theme</vt:lpstr>
      <vt:lpstr>Cybersecurity Merit Badge 2025</vt:lpstr>
      <vt:lpstr>Instructor Info</vt:lpstr>
      <vt:lpstr>Chris’ Career</vt:lpstr>
      <vt:lpstr>Chris’ First Computer</vt:lpstr>
      <vt:lpstr>Shall we play a game?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Cybersecurity Merit Badge 2025</dc:title>
  <dc:creator>Christopher Jones</dc:creator>
  <cp:lastModifiedBy>Christopher Jones</cp:lastModifiedBy>
  <cp:revision>2</cp:revision>
  <dcterms:created xsi:type="dcterms:W3CDTF">2025-11-16T01:35:01Z</dcterms:created>
  <dcterms:modified xsi:type="dcterms:W3CDTF">2025-11-17T01:32:57Z</dcterms:modified>
</cp:coreProperties>
</file>